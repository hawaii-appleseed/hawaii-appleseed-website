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52796F"/>
            </a:solidFill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14</c:v>
                </c:pt>
                <c:pt idx="2">
                  <c:v>15</c:v>
                </c:pt>
                <c:pt idx="3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2F3E46"/>
            </a:solidFill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10</c:v>
                </c:pt>
                <c:pt idx="2">
                  <c:v>12</c:v>
                </c:pt>
                <c:pt idx="3">
                  <c:v>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BF8A30"/>
            </a:solidFill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</c:v>
                </c:pt>
                <c:pt idx="1">
                  <c:v>8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AD2C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200">
          <a:solidFill>
            <a:srgbClr val="2F3E46"/>
          </a:solidFill>
          <a:latin typeface="Poppi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rgbClr val="2F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>
            <a:lvl1pPr algn="l"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l">
              <a:buNone/>
              <a:defRPr>
                <a:solidFill>
                  <a:srgbClr val="CAD2C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852160"/>
            <a:ext cx="2279904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1600200"/>
            <a:ext cx="14629667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rgbClr val="2F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 marL="0" indent="0">
              <a:defRPr sz="4000" b="1" cap="all">
                <a:solidFill>
                  <a:srgbClr val="FFFFFF"/>
                </a:solidFill>
              </a:defRPr>
              <a:buNone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rgbClr val="CAD2C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852160"/>
            <a:ext cx="2279904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274638"/>
            <a:ext cx="1462966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1600200"/>
            <a:ext cx="14629667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6356350"/>
            <a:ext cx="379287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6356350"/>
            <a:ext cx="51474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6356350"/>
            <a:ext cx="379287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54335" y="6172200"/>
            <a:ext cx="1601436" cy="4114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48640" y="384048"/>
            <a:ext cx="685800" cy="3810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b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b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b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b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b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b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b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b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b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 in Manrope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or date · Hawaiʻi Appleseed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 with the finding, not the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is Poppins in Charcoal. One Deep Teal accent per slide.</a:t>
            </a:r>
          </a:p>
          <a:p>
            <a:r>
              <a:t>Plenty of white space; left-aligned text.</a:t>
            </a:r>
          </a:p>
          <a:p>
            <a:r>
              <a:t>Spell Hawaiʻi with the ʻokina (U+02BB).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260">
                <a:solidFill>
                  <a:srgbClr val="52796F"/>
                </a:solidFill>
                <a:latin typeface="Manrope"/>
              </a:rPr>
              <a:t>EYEBROW LABEL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Charts use the brand palette in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spc="260">
                <a:solidFill>
                  <a:srgbClr val="52796F"/>
                </a:solidFill>
                <a:latin typeface="Manrope"/>
              </a:rPr>
              <a:t>CHART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105156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354F52"/>
                </a:solidFill>
                <a:latin typeface="Poppins"/>
              </a:rPr>
              <a:t>Source: name the source under every chart.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Closing or section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t>hawaiiappleseed.org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awaii Appleseed">
      <a:dk1>
        <a:srgbClr val="2F3E46"/>
      </a:dk1>
      <a:lt1>
        <a:srgbClr val="FFFFFF"/>
      </a:lt1>
      <a:dk2>
        <a:srgbClr val="354F52"/>
      </a:dk2>
      <a:lt2>
        <a:srgbClr val="F4F7F4"/>
      </a:lt2>
      <a:accent1>
        <a:srgbClr val="52796F"/>
      </a:accent1>
      <a:accent2>
        <a:srgbClr val="2F3E46"/>
      </a:accent2>
      <a:accent3>
        <a:srgbClr val="BF8A30"/>
      </a:accent3>
      <a:accent4>
        <a:srgbClr val="6A8CC4"/>
      </a:accent4>
      <a:accent5>
        <a:srgbClr val="A85A45"/>
      </a:accent5>
      <a:accent6>
        <a:srgbClr val="84A98C"/>
      </a:accent6>
      <a:hlink>
        <a:srgbClr val="52796F"/>
      </a:hlink>
      <a:folHlink>
        <a:srgbClr val="354F52"/>
      </a:folHlink>
    </a:clrScheme>
    <a:fontScheme name="Hawaii Appleseed">
      <a:majorFont>
        <a:latin typeface="Manrope" pitchFamily="34" charset="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 pitchFamily="34" charset="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Hawaiʻi Appleseed slide template</dc:title>
  <dc:subject/>
  <dc:creator>Hawaiʻi Appleseed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